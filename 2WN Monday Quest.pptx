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0" y="0"/>
            <a:ext cx="15717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Puke-a-hontas</a:t>
            </a:r>
            <a:endParaRPr sz="10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Alpha playable quest</a:t>
            </a:r>
            <a:endParaRPr sz="1000"/>
          </a:p>
        </p:txBody>
      </p:sp>
      <p:sp>
        <p:nvSpPr>
          <p:cNvPr id="55" name="Shape 55"/>
          <p:cNvSpPr txBox="1"/>
          <p:nvPr/>
        </p:nvSpPr>
        <p:spPr>
          <a:xfrm>
            <a:off x="314275" y="798950"/>
            <a:ext cx="997200" cy="385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Office calendar will list important day events.</a:t>
            </a:r>
            <a:endParaRPr sz="600"/>
          </a:p>
        </p:txBody>
      </p:sp>
      <p:sp>
        <p:nvSpPr>
          <p:cNvPr id="56" name="Shape 56"/>
          <p:cNvSpPr txBox="1"/>
          <p:nvPr/>
        </p:nvSpPr>
        <p:spPr>
          <a:xfrm>
            <a:off x="314275" y="1334300"/>
            <a:ext cx="985200" cy="91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Monday: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12pm - Employee appreciation day lunch party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1:30pm - Oswald+Chad client meeting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7" name="Shape 57"/>
          <p:cNvSpPr txBox="1"/>
          <p:nvPr/>
        </p:nvSpPr>
        <p:spPr>
          <a:xfrm>
            <a:off x="1562675" y="798950"/>
            <a:ext cx="997200" cy="73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Morning: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Talk to coworkers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(Only quest related characters in Alpha)</a:t>
            </a:r>
            <a:endParaRPr sz="600"/>
          </a:p>
        </p:txBody>
      </p:sp>
      <p:sp>
        <p:nvSpPr>
          <p:cNvPr id="58" name="Shape 58"/>
          <p:cNvSpPr txBox="1"/>
          <p:nvPr/>
        </p:nvSpPr>
        <p:spPr>
          <a:xfrm>
            <a:off x="1568713" y="2191025"/>
            <a:ext cx="997200" cy="64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Upon walking into break room first time: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“!.. It smells like something died in here”</a:t>
            </a:r>
            <a:endParaRPr sz="600"/>
          </a:p>
        </p:txBody>
      </p:sp>
      <p:sp>
        <p:nvSpPr>
          <p:cNvPr id="59" name="Shape 59"/>
          <p:cNvSpPr txBox="1"/>
          <p:nvPr/>
        </p:nvSpPr>
        <p:spPr>
          <a:xfrm>
            <a:off x="2823138" y="1411850"/>
            <a:ext cx="997200" cy="62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Oswald: “I don’t have time to talk [player]. As assistant manager I have very important business to conduct.” 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0" name="Shape 60"/>
          <p:cNvSpPr txBox="1"/>
          <p:nvPr/>
        </p:nvSpPr>
        <p:spPr>
          <a:xfrm>
            <a:off x="1568725" y="3016250"/>
            <a:ext cx="997200" cy="123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Open jar of mayo on counter with flies buzzing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If player walks close to counter: “This must have been left out all weekend. Gross.”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On inspect: “This smells rancid. Someone could get very sick eating this.”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1" name="Shape 61"/>
          <p:cNvSpPr txBox="1"/>
          <p:nvPr/>
        </p:nvSpPr>
        <p:spPr>
          <a:xfrm>
            <a:off x="4083588" y="1411850"/>
            <a:ext cx="997200" cy="44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“I thought you were assistant _to the_ manager”</a:t>
            </a:r>
            <a:endParaRPr sz="600"/>
          </a:p>
        </p:txBody>
      </p:sp>
      <p:sp>
        <p:nvSpPr>
          <p:cNvPr id="62" name="Shape 62"/>
          <p:cNvSpPr txBox="1"/>
          <p:nvPr/>
        </p:nvSpPr>
        <p:spPr>
          <a:xfrm>
            <a:off x="2823163" y="2191025"/>
            <a:ext cx="997200" cy="44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“Uh, okay.”</a:t>
            </a:r>
            <a:endParaRPr sz="600"/>
          </a:p>
        </p:txBody>
      </p:sp>
      <p:sp>
        <p:nvSpPr>
          <p:cNvPr id="63" name="Shape 63"/>
          <p:cNvSpPr txBox="1"/>
          <p:nvPr/>
        </p:nvSpPr>
        <p:spPr>
          <a:xfrm>
            <a:off x="4083588" y="2115650"/>
            <a:ext cx="997200" cy="51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Oswald: “This is hardly the time to be debating semantics [player].”</a:t>
            </a:r>
            <a:endParaRPr sz="600"/>
          </a:p>
        </p:txBody>
      </p:sp>
      <p:sp>
        <p:nvSpPr>
          <p:cNvPr id="64" name="Shape 64"/>
          <p:cNvSpPr txBox="1"/>
          <p:nvPr/>
        </p:nvSpPr>
        <p:spPr>
          <a:xfrm>
            <a:off x="2823163" y="2788100"/>
            <a:ext cx="2257500" cy="119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 walks out of his office.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“Oswald!”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Walks up.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“I forgot to bring my speech. I need you to drive me back home.”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Oswald: “Right now? I need to make sure Chad is ready for our big client meeting this afternoon.”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“He’s a Burns, he was born ready. Besides, you _are_ the assistant to the manager.”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Oswald: “...”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They walk out of the office.</a:t>
            </a:r>
            <a:endParaRPr sz="600"/>
          </a:p>
        </p:txBody>
      </p:sp>
      <p:cxnSp>
        <p:nvCxnSpPr>
          <p:cNvPr id="65" name="Shape 65"/>
          <p:cNvCxnSpPr>
            <a:stCxn id="59" idx="3"/>
            <a:endCxn id="61" idx="1"/>
          </p:cNvCxnSpPr>
          <p:nvPr/>
        </p:nvCxnSpPr>
        <p:spPr>
          <a:xfrm flipH="1" rot="10800000">
            <a:off x="3820338" y="1634000"/>
            <a:ext cx="263400" cy="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Shape 66"/>
          <p:cNvCxnSpPr>
            <a:stCxn id="61" idx="2"/>
            <a:endCxn id="63" idx="0"/>
          </p:cNvCxnSpPr>
          <p:nvPr/>
        </p:nvCxnSpPr>
        <p:spPr>
          <a:xfrm>
            <a:off x="4582188" y="1855850"/>
            <a:ext cx="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Shape 67"/>
          <p:cNvCxnSpPr>
            <a:stCxn id="59" idx="2"/>
            <a:endCxn id="62" idx="0"/>
          </p:cNvCxnSpPr>
          <p:nvPr/>
        </p:nvCxnSpPr>
        <p:spPr>
          <a:xfrm>
            <a:off x="3321738" y="2037950"/>
            <a:ext cx="0" cy="15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Shape 68"/>
          <p:cNvCxnSpPr>
            <a:stCxn id="62" idx="2"/>
          </p:cNvCxnSpPr>
          <p:nvPr/>
        </p:nvCxnSpPr>
        <p:spPr>
          <a:xfrm>
            <a:off x="3321763" y="2635025"/>
            <a:ext cx="10800" cy="16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Shape 69"/>
          <p:cNvCxnSpPr>
            <a:stCxn id="63" idx="2"/>
          </p:cNvCxnSpPr>
          <p:nvPr/>
        </p:nvCxnSpPr>
        <p:spPr>
          <a:xfrm flipH="1">
            <a:off x="4577688" y="2634950"/>
            <a:ext cx="4500" cy="16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Shape 70"/>
          <p:cNvSpPr txBox="1"/>
          <p:nvPr/>
        </p:nvSpPr>
        <p:spPr>
          <a:xfrm>
            <a:off x="2823138" y="798950"/>
            <a:ext cx="2257500" cy="44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 and Chad are sitting together talking. Attempting to talk to Chad results in Oswald interrupting you.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Oswald: “Do you mind? We’re in the middle of something.”</a:t>
            </a:r>
            <a:endParaRPr sz="600"/>
          </a:p>
        </p:txBody>
      </p:sp>
      <p:sp>
        <p:nvSpPr>
          <p:cNvPr id="71" name="Shape 71"/>
          <p:cNvSpPr txBox="1"/>
          <p:nvPr/>
        </p:nvSpPr>
        <p:spPr>
          <a:xfrm>
            <a:off x="5332938" y="785825"/>
            <a:ext cx="1773300" cy="44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Talking to Chad after Oswald is gone.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Chad: “thx for gettin rid of the buzz kill scro”</a:t>
            </a:r>
            <a:endParaRPr sz="600"/>
          </a:p>
        </p:txBody>
      </p:sp>
      <p:sp>
        <p:nvSpPr>
          <p:cNvPr id="72" name="Shape 72"/>
          <p:cNvSpPr txBox="1"/>
          <p:nvPr/>
        </p:nvSpPr>
        <p:spPr>
          <a:xfrm>
            <a:off x="5332938" y="1411850"/>
            <a:ext cx="795600" cy="44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“Why is Oswald driving your dad around?”</a:t>
            </a:r>
            <a:endParaRPr sz="600"/>
          </a:p>
        </p:txBody>
      </p:sp>
      <p:sp>
        <p:nvSpPr>
          <p:cNvPr id="73" name="Shape 73"/>
          <p:cNvSpPr txBox="1"/>
          <p:nvPr/>
        </p:nvSpPr>
        <p:spPr>
          <a:xfrm>
            <a:off x="5344013" y="2115650"/>
            <a:ext cx="795600" cy="44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Chad: “dunno scro”</a:t>
            </a:r>
            <a:endParaRPr sz="600"/>
          </a:p>
        </p:txBody>
      </p:sp>
      <p:sp>
        <p:nvSpPr>
          <p:cNvPr id="74" name="Shape 74"/>
          <p:cNvSpPr txBox="1"/>
          <p:nvPr/>
        </p:nvSpPr>
        <p:spPr>
          <a:xfrm>
            <a:off x="6240838" y="1411850"/>
            <a:ext cx="865500" cy="44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“I didn’t do anything.”</a:t>
            </a:r>
            <a:endParaRPr sz="600"/>
          </a:p>
        </p:txBody>
      </p:sp>
      <p:sp>
        <p:nvSpPr>
          <p:cNvPr id="75" name="Shape 75"/>
          <p:cNvSpPr txBox="1"/>
          <p:nvPr/>
        </p:nvSpPr>
        <p:spPr>
          <a:xfrm>
            <a:off x="6240838" y="2115650"/>
            <a:ext cx="865500" cy="44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Chad: “k scro”</a:t>
            </a:r>
            <a:endParaRPr sz="600"/>
          </a:p>
        </p:txBody>
      </p:sp>
      <p:sp>
        <p:nvSpPr>
          <p:cNvPr id="76" name="Shape 76"/>
          <p:cNvSpPr txBox="1"/>
          <p:nvPr/>
        </p:nvSpPr>
        <p:spPr>
          <a:xfrm>
            <a:off x="5332938" y="2788100"/>
            <a:ext cx="1773300" cy="44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On repeat talk attempts.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Chad: “tryna frag here scro”</a:t>
            </a:r>
            <a:endParaRPr sz="600"/>
          </a:p>
        </p:txBody>
      </p:sp>
      <p:cxnSp>
        <p:nvCxnSpPr>
          <p:cNvPr id="77" name="Shape 77"/>
          <p:cNvCxnSpPr>
            <a:endCxn id="72" idx="0"/>
          </p:cNvCxnSpPr>
          <p:nvPr/>
        </p:nvCxnSpPr>
        <p:spPr>
          <a:xfrm>
            <a:off x="5716038" y="1237550"/>
            <a:ext cx="147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Shape 78"/>
          <p:cNvCxnSpPr>
            <a:endCxn id="74" idx="0"/>
          </p:cNvCxnSpPr>
          <p:nvPr/>
        </p:nvCxnSpPr>
        <p:spPr>
          <a:xfrm flipH="1">
            <a:off x="6673588" y="1237550"/>
            <a:ext cx="5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Shape 79"/>
          <p:cNvCxnSpPr>
            <a:stCxn id="72" idx="2"/>
            <a:endCxn id="73" idx="0"/>
          </p:cNvCxnSpPr>
          <p:nvPr/>
        </p:nvCxnSpPr>
        <p:spPr>
          <a:xfrm>
            <a:off x="5730738" y="1855850"/>
            <a:ext cx="1110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Shape 80"/>
          <p:cNvCxnSpPr>
            <a:stCxn id="74" idx="2"/>
            <a:endCxn id="75" idx="0"/>
          </p:cNvCxnSpPr>
          <p:nvPr/>
        </p:nvCxnSpPr>
        <p:spPr>
          <a:xfrm>
            <a:off x="6673588" y="1855850"/>
            <a:ext cx="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Shape 81"/>
          <p:cNvCxnSpPr>
            <a:stCxn id="73" idx="2"/>
          </p:cNvCxnSpPr>
          <p:nvPr/>
        </p:nvCxnSpPr>
        <p:spPr>
          <a:xfrm>
            <a:off x="5741813" y="2559650"/>
            <a:ext cx="4800" cy="2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Shape 82"/>
          <p:cNvCxnSpPr>
            <a:stCxn id="75" idx="2"/>
          </p:cNvCxnSpPr>
          <p:nvPr/>
        </p:nvCxnSpPr>
        <p:spPr>
          <a:xfrm>
            <a:off x="6673588" y="2559650"/>
            <a:ext cx="48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Shape 83"/>
          <p:cNvSpPr txBox="1"/>
          <p:nvPr/>
        </p:nvSpPr>
        <p:spPr>
          <a:xfrm>
            <a:off x="7358538" y="785825"/>
            <a:ext cx="1471200" cy="120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Bridget on telephone.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Bridget: “Ugh, every year Bruce makes me order the chopped liver and every year he’s the only one who eats it.”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2nd talk attempt: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Bridget: “...yes and one pastrami party platter…”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On repeat talk attempts: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“She’s on the phone.”</a:t>
            </a:r>
            <a:endParaRPr sz="600"/>
          </a:p>
        </p:txBody>
      </p:sp>
      <p:sp>
        <p:nvSpPr>
          <p:cNvPr id="84" name="Shape 84"/>
          <p:cNvSpPr txBox="1"/>
          <p:nvPr/>
        </p:nvSpPr>
        <p:spPr>
          <a:xfrm>
            <a:off x="7358525" y="2250200"/>
            <a:ext cx="1471200" cy="1672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Emily: “What’s up?”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“Apparently Oswald is the boss’s personal chauffeur now.”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Emily: “You didn’t hear this from me, but word is somebody couldn’t pass a breathalyzer test.”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“You’re kidding.”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Emily: “Would I lie to you?”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“Um, yes.”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Emily “Cross my heart,”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etc. 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(Will be expanded with more dialogue and player options in future. Only necessary quest information in Alpha))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5" name="Shape 85"/>
          <p:cNvSpPr txBox="1"/>
          <p:nvPr/>
        </p:nvSpPr>
        <p:spPr>
          <a:xfrm>
            <a:off x="314275" y="2400350"/>
            <a:ext cx="997200" cy="253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Items: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Jar of Rancid Mayo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Wieners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Empty Jar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Environment Interacts: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Food parcel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Food on table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Dog cage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Empty cage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Fridge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Trash can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NPCs: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Chad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Emily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Bridget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Doggy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Man 1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Man 2</a:t>
            </a:r>
            <a:endParaRPr sz="600"/>
          </a:p>
        </p:txBody>
      </p:sp>
      <p:sp>
        <p:nvSpPr>
          <p:cNvPr id="86" name="Shape 86"/>
          <p:cNvSpPr txBox="1"/>
          <p:nvPr/>
        </p:nvSpPr>
        <p:spPr>
          <a:xfrm>
            <a:off x="1568713" y="1653400"/>
            <a:ext cx="997200" cy="385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(Possibly have ability to talk to self for hints)</a:t>
            </a:r>
            <a:endParaRPr sz="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/>
          <p:nvPr/>
        </p:nvSpPr>
        <p:spPr>
          <a:xfrm>
            <a:off x="344825" y="418725"/>
            <a:ext cx="1569000" cy="3872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After talking to coworkers, next re-entry into main office 1 (reception desk to be incorporated into main office) triggers scene transition.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Delivery person arrives.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Delivery: “I got a delivery order for Philmore-Queensmum. Are you Philmore?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Bridget: “On the counter is fine. Keep the change.”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Bridget walks up to you.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Bridget: “Can you give me a hand?”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 helps carry food into break room.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[If player did not take the mayo earlier]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{ Bridget: “Oh my god, eww!”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She disposes of it in trash. Can still be retrieved. }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Bridget: “I’ll take it from here.”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She starts setting things out on table. Each food item can be inspected: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Lox and cream cheese on bagels.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Kosher dill pIckles.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Fruit salad.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Finely smoked pastrami on rye.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Chopped liver. Yuck.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[If player attempts to use mayo while Bridget is there]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Bridget: “Hey! You can’t have any before the party starts.”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2" name="Shape 92"/>
          <p:cNvSpPr txBox="1"/>
          <p:nvPr/>
        </p:nvSpPr>
        <p:spPr>
          <a:xfrm>
            <a:off x="2120675" y="418725"/>
            <a:ext cx="1630500" cy="2269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 has to make Bridget leave break room to tamper with chopped liver.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Bridget has a handbag dog that she keeps in a cage behind her desk at work.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While she’s in break room, cage can be opened.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Cage on inspect: “Poor guy. At least it’s better than being in a handbag.”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Empty cage inspect: “Free at last!”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Dog will stay in cage until he’s fed.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[Use fridge in break room]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“All I have in here are some wieners.” Take it? Yes/No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[Wieners on inspect]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“What I truly wish to be.”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3" name="Shape 93"/>
          <p:cNvSpPr txBox="1"/>
          <p:nvPr/>
        </p:nvSpPr>
        <p:spPr>
          <a:xfrm>
            <a:off x="2120675" y="2802000"/>
            <a:ext cx="1630500" cy="215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</a:t>
            </a:r>
            <a:r>
              <a:rPr lang="en" sz="600"/>
              <a:t>On talk]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Doggy: “...”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“He looks hungry.”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[Using wieners on dog]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“He’s suddenly full of energy.”</a:t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Doggy: “Woof!”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[Additionally If player name is Johnny]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Doggy: “Oh hi Johnny, I didn’t know it was you.”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“Hi Doggy!”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After feeding, dog starts running around office if cage is open, Bridget will appear and chase after him until player completes next step.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[On repeat talk while dog loose]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Doggy: “Woof!”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[Bridget talk while dog loose]</a:t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Bridget: “Not now!”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94" name="Shape 94"/>
          <p:cNvSpPr txBox="1"/>
          <p:nvPr/>
        </p:nvSpPr>
        <p:spPr>
          <a:xfrm>
            <a:off x="3942425" y="418725"/>
            <a:ext cx="1464900" cy="3393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[If player attempts to use mayo on wrong food item]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Player: “Uh, I plan on having some of that later.”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[Use mayo on liver]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You mix some mayo in with the chopped liver.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[First time]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“No turning back now.”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[After third time]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“That looks like enough.”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[Repeat attempts after third time]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4) Player: “Really, I think that’s enough.”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5) Player: “I don’t want to make him too sick.”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6) Player: “This is a level of sociopathy that I’m uncomfortable with.”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7) Player: “...”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8) Player: “...”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9) The jar is now empty.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“You either really want him to suffer or you’re willing to risk a man’s life just to see what I was going to say. Either way, you’re messed up dude.”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*Note: Using mayo once is enough to advance quest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Walking out of break room after contaminating the liver triggers scene transition.</a:t>
            </a:r>
            <a:endParaRPr sz="600"/>
          </a:p>
        </p:txBody>
      </p:sp>
      <p:sp>
        <p:nvSpPr>
          <p:cNvPr id="95" name="Shape 95"/>
          <p:cNvSpPr txBox="1"/>
          <p:nvPr/>
        </p:nvSpPr>
        <p:spPr>
          <a:xfrm>
            <a:off x="5614175" y="418725"/>
            <a:ext cx="1205700" cy="138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Main office 1: Bruce and Oswald return.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“Listen up! As you all know the company is paying to stuff you all with fat and carbs in honour of ‘employee appreciation day’.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So I’d _appreciate_ if you would all find yourselves at the break room pronto.”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Fade out.</a:t>
            </a:r>
            <a:endParaRPr sz="600"/>
          </a:p>
        </p:txBody>
      </p:sp>
      <p:sp>
        <p:nvSpPr>
          <p:cNvPr id="96" name="Shape 96"/>
          <p:cNvSpPr txBox="1"/>
          <p:nvPr/>
        </p:nvSpPr>
        <p:spPr>
          <a:xfrm>
            <a:off x="7026725" y="418725"/>
            <a:ext cx="1630500" cy="3872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Fade in on scene of Bruce finishing up his speech.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“...so in conclusion, Philmore-Queensmum is proud to have you all as part of our family, and we value each and every one of you, et cetera, et cetera, let’s eat already.”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Player: “I can get behind that.”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People congregate around the food.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(Possibly add free roam section here to talk to coworkers and interact with food.)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“Too bad employee appreciation day wasn’t in two weeks instead. We might have had the budget for some matzo ball soup! Haha, am I right?”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Emily: “You’re incredible…”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“Hey relax, it was a joke. Have some of this chopped liver, it’s fantastic.”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Emily: “I’m fine, thanks.”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“Hmph, your loss. Mmm, they made it extra creamy this time. Oswald! Get me a beer!”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Oswald: “Sir, you know we’re not supposed to have alcohol in the workplace.”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“Is this a party or what? Come on, they’re in the bottom shelf. You’re having one too.”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Oswald: “I have my client meeting in less than an hour.”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“Yeah and you could use some loosening up. You look like you’re squeezing coal into diamonds back there. Let’s go team! Bottoms up!”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Fade out.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276300" y="320500"/>
            <a:ext cx="1546500" cy="292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Fade in on main office 1.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Two businessmen walk in.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Man 1: “Hello, we’re here on behalf of Moriarty Estates Winery.”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Bridget: “Yes, one moment please.”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Oswald’s desk phone rings.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Oswald: “Yes?”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Bridget: “They’re here.”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 and Chad walk toward the businessmen.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 comes out of his office right as they are passing by.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“Oswald! I don’t feel so good. *hic* I need you to take me to the hospital.”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Oswald: “Sir, the Moriarty people are here.”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“I’m serious. Urgh, I’ve never felt so sick in my life!” *hic*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Oswald: “Sir, you’ve just had too much to drink. Have some water and lie down in your office for a bit.”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Bruce: “I did not have too much!”</a:t>
            </a:r>
            <a:endParaRPr sz="6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</p:txBody>
      </p:sp>
      <p:sp>
        <p:nvSpPr>
          <p:cNvPr id="102" name="Shape 102"/>
          <p:cNvSpPr txBox="1"/>
          <p:nvPr/>
        </p:nvSpPr>
        <p:spPr>
          <a:xfrm>
            <a:off x="2084325" y="320500"/>
            <a:ext cx="1758600" cy="224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[If player did not empty jar of mayo]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Bruce walks up to the men.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Bruce: “Gentlemen, thank you for coming. *hic* I am Bruce J. Burns and this is my son Chadwick. *hic* It will be his pleasure to speak with you today on behalf of our organization.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Man 1: “We’re pleased to meet you both.”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Chad: “sup”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Bruce turns to Oswald.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Bruce: *hic* “Let’s go.”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Oswald: “...”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They leave.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Day ends. </a:t>
            </a:r>
            <a:endParaRPr sz="60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(Possibly insert another free roam section during Chad’s meeting and allow eavesdropping)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03" name="Shape 103"/>
          <p:cNvSpPr txBox="1"/>
          <p:nvPr/>
        </p:nvSpPr>
        <p:spPr>
          <a:xfrm>
            <a:off x="4104450" y="320500"/>
            <a:ext cx="1758600" cy="1896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[If player emptied the jar of mayo]</a:t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Bruce walks up to the men, then vomits and collapses in front of them.</a:t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Bridget: “Oh gross!”</a:t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Oswald: “Senpai, no! ...I mean... Jesus Christ Bridget, call an ambulance.”</a:t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Man 1: “I think we had better be on our way.”</a:t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They leave.</a:t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Sirens flashing from windows.</a:t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Day ends.</a:t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(Possible consequences for this path)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